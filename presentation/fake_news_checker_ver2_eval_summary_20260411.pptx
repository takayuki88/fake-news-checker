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1274552" cy="58978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6949440" cy="6583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1F2A34"/>
                </a:solidFill>
                <a:latin typeface="Yu Gothic"/>
              </a:rPr>
              <a:t>フェイクニュースチェッカー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786384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3767A"/>
                </a:solidFill>
                <a:latin typeface="Yu Gothic"/>
              </a:rPr>
              <a:t>Ver2 最新評価サマリー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286000"/>
            <a:ext cx="6126480" cy="1188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0">
                <a:solidFill>
                  <a:srgbClr val="626B76"/>
                </a:solidFill>
                <a:latin typeface="Yu Gothic"/>
              </a:rPr>
              <a:t>アップロード済みの発表資料、評価 CSV、5 種類の可視化画像をもとに、
最新 100 件 rerun の結果を要約。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097280"/>
            <a:ext cx="1645920" cy="96012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225296"/>
            <a:ext cx="1316736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444752"/>
            <a:ext cx="1316736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F2A34"/>
                </a:solidFill>
                <a:latin typeface="Yu Gothic"/>
              </a:rPr>
              <a:t>84.0%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097280"/>
            <a:ext cx="1645920" cy="96012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62872" y="1225296"/>
            <a:ext cx="1316736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444752"/>
            <a:ext cx="1316736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F2A34"/>
                </a:solidFill>
                <a:latin typeface="Yu Gothic"/>
              </a:rPr>
              <a:t>0.837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331720"/>
            <a:ext cx="1645920" cy="96012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459736"/>
            <a:ext cx="1316736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Binary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679192"/>
            <a:ext cx="1316736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F2A34"/>
                </a:solidFill>
                <a:latin typeface="Yu Gothic"/>
              </a:rPr>
              <a:t>0.889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331720"/>
            <a:ext cx="1645920" cy="96012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459736"/>
            <a:ext cx="1316736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Mismatches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679192"/>
            <a:ext cx="1316736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F2A34"/>
                </a:solidFill>
                <a:latin typeface="Yu Gothic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57800"/>
            <a:ext cx="6949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参照元: fake_news_checker_presentation_20260401.pptx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532120"/>
            <a:ext cx="69494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評価日時: 2026-04-11 05:06:40 JST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1. 目的と評価設定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既存発表資料の問題意識を引き継ぎつつ、今回は Ver2 の最新 rerun に絞って報告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49834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49834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プロジェクトの狙い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663440" cy="2560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SNS で流れる主張を 5 区分で整理し、投稿前の確認を支援する。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完全自動の断定ではなく、説明つきの判定補助を目指す。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ローカル判定と Gemini 外部根拠比較を組み合わせて境界ケースを扱う。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今回の評価条件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64608"/>
            <a:ext cx="47548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dataset: real_article_dataset_v2.json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100 件、5 区分は各 20 件の balanced 構成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Gemini 有効で rerun、bundle を保存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データセット構成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75488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ラベル分布: 正確 20件 / ほぼ正確 20件 / 判断保留 20件 / 不正確 20件 / 誤り 20件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ドメイン分布: 一般 75 / 医療 5 / 政治 16 / 金融 2 / 災害 2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attention_score つき CSV と plots を同時出力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84048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評価の見方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187952"/>
            <a:ext cx="470916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正確 / ほぼ正確の境界がいちばん難しい。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誤り recall を上げつつ、過検知を抑える必要がある。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今回の資料では数値だけでなく、誤分類の流れも確認する。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2. 全体結果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Accuracy / F1 の水準と、今回の rerun で見えている全体傾向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672084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52360" y="1298448"/>
            <a:ext cx="416052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4857"/>
            <a:ext cx="6355080" cy="4202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5448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主要指標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01952"/>
            <a:ext cx="3566160" cy="182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Accuracy: 84.0%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Macro F1: 0.837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Weighted F1: 0.837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誤り binary F1: 0.889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06908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読み取り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407408"/>
            <a:ext cx="36118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全体では 84% まで到達し、支援ツールとしてはかなり実用的。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一方で境界ラベルの取り扱いにまだ粗さが残る。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3. クラス別の特徴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クラスごとに見ると、得意・苦手がかなり分かれている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736092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0" y="1298448"/>
            <a:ext cx="347472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2596"/>
            <a:ext cx="6995160" cy="376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155448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901952"/>
            <a:ext cx="2926080" cy="3474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判断保留: F1 1.000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不正確: recall 1.000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ほぼ正確: recall 0.600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誤り: recall 0.800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保留・不正確は強いが、ほぼ正確の回収率がまだ低い。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4. 混同行列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誤分類の向きを見ると、改善ポイントがかなり明確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731520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298448"/>
            <a:ext cx="352044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097" y="1572768"/>
            <a:ext cx="576228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55448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主な流れ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901952"/>
            <a:ext cx="2926080" cy="2103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ほぼ正確 → 正確: 6件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正確 → ほぼ正確: 4件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誤り → 不正確: 4件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ほぼ正確 → 不正確: 2件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89120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F2A34"/>
                </a:solidFill>
                <a:latin typeface="Yu Gothic"/>
              </a:rPr>
              <a:t>解釈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4736592"/>
            <a:ext cx="2926080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境界ケースをやや安全側に倒している。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誤りを不正確に落とす 4 件が次の重点改善点。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5. 代表的な誤分類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ラベルごとに、どこで迷っているかを具体例で確認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81360" cy="896112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3767A"/>
                </a:solidFill>
                <a:latin typeface="Yu Gothic"/>
              </a:rPr>
              <a:t>正確 → ほぼ正確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17904"/>
            <a:ext cx="8183879" cy="5120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0">
                <a:solidFill>
                  <a:srgbClr val="1F2A34"/>
                </a:solidFill>
                <a:latin typeface="Yu Gothic"/>
              </a:rPr>
              <a:t>ド・ドドンパ・ジェットコースターは骨折事故発生を受け、営業を終了した。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457200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626B76"/>
                </a:solidFill>
                <a:latin typeface="Yu Gothic"/>
              </a:rPr>
              <a:t>positive-accurate-06-wasegg220314-8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2032"/>
            <a:ext cx="10881360" cy="896112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3767A"/>
                </a:solidFill>
                <a:latin typeface="Yu Gothic"/>
              </a:rPr>
              <a:t>ほぼ正確 → 正確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42616"/>
            <a:ext cx="8183879" cy="5120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0">
                <a:solidFill>
                  <a:srgbClr val="1F2A34"/>
                </a:solidFill>
                <a:latin typeface="Yu Gothic"/>
              </a:rPr>
              <a:t>マサチューセッツ州の有権者は、100万ドルを超える所得に対する4％の追加税を承認し、これにより2024年度に15億ドルの歳入が得られた。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54096"/>
            <a:ext cx="457200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626B76"/>
                </a:solidFill>
                <a:latin typeface="Yu Gothic"/>
              </a:rPr>
              <a:t>positive-mostly-accurate-07-jid211029-01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81360" cy="89611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76472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3767A"/>
                </a:solidFill>
                <a:latin typeface="Yu Gothic"/>
              </a:rPr>
              <a:t>ほぼ正確 → 不正確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67328"/>
            <a:ext cx="8183879" cy="5120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0">
                <a:solidFill>
                  <a:srgbClr val="1F2A34"/>
                </a:solidFill>
                <a:latin typeface="Yu Gothic"/>
              </a:rPr>
              <a:t>世界最高峰のエベレストの標高は8858mである。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178808"/>
            <a:ext cx="457200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626B76"/>
                </a:solidFill>
                <a:latin typeface="Yu Gothic"/>
              </a:rPr>
              <a:t>positive-mostly-accurate-17-23435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91456"/>
            <a:ext cx="10881360" cy="896112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901184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3767A"/>
                </a:solidFill>
                <a:latin typeface="Yu Gothic"/>
              </a:rPr>
              <a:t>誤り → 不正確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92040"/>
            <a:ext cx="8183879" cy="5120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700" b="0">
                <a:solidFill>
                  <a:srgbClr val="1F2A34"/>
                </a:solidFill>
                <a:latin typeface="Yu Gothic"/>
              </a:rPr>
              <a:t>5Gが新型コロナを引き起こす。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303520"/>
            <a:ext cx="457200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626B76"/>
                </a:solidFill>
                <a:latin typeface="Yu Gothic"/>
              </a:rPr>
              <a:t>jfc-false-04-japans-inflation-rate-is-not-the-highest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53328"/>
            <a:ext cx="10424160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626B76"/>
                </a:solidFill>
                <a:latin typeface="Yu Gothic"/>
              </a:rPr>
              <a:t>特に『ほぼ正確』の境界と、『誤り』をどこで断定するかが改善の中心。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6. 改善方針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今回の rerun から見えた、次の実装タスク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520440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61688" y="1463040"/>
            <a:ext cx="3520440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5008" y="1463040"/>
            <a:ext cx="3474720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短期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2834640" cy="2651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誤り → 不正確 の 4 件を優先して潰す。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陰謀論・歴史否定・明確な虚偽の強化ルールを点検する。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100 件 rerun を回しながら小刻みに回帰確認する。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78308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834640" cy="2651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ほぼ正確のルールをもう一段整理する。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数値の近似、主導と共同関与、途中段階の省略を型で管理する。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attention_score と判定ラベルの関係も再確認する。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377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458E5F"/>
                </a:solidFill>
                <a:latin typeface="Yu Gothic"/>
              </a:rPr>
              <a:t>位置づけ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148840"/>
            <a:ext cx="2788920" cy="2651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現時点でも確認支援ツールとしては十分に有望。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自動断定より、説明付きの一次仕分けに強みがある。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発表では『使えるが、境界設計がまだ研究課題』とまとめる。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778240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A34"/>
                </a:solidFill>
                <a:latin typeface="Yu Gothic"/>
              </a:rPr>
              <a:t>参考: 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68096"/>
            <a:ext cx="950976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アップロードされた評価画像をそのまま添付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24128"/>
            <a:ext cx="141732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10972800" cy="5166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02" y="1536192"/>
            <a:ext cx="7595419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640080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1000" b="0">
                <a:solidFill>
                  <a:srgbClr val="626B76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